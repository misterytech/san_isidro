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ymark Escalante" userId="fae2bf91ee6731f4" providerId="LiveId" clId="{D2988CF0-7474-4883-89A7-576874226A06}"/>
    <pc:docChg chg="addSld modSld">
      <pc:chgData name="Reymark Escalante" userId="fae2bf91ee6731f4" providerId="LiveId" clId="{D2988CF0-7474-4883-89A7-576874226A06}" dt="2024-01-20T02:12:55.535" v="30" actId="14100"/>
      <pc:docMkLst>
        <pc:docMk/>
      </pc:docMkLst>
      <pc:sldChg chg="addSp delSp modSp new mod">
        <pc:chgData name="Reymark Escalante" userId="fae2bf91ee6731f4" providerId="LiveId" clId="{D2988CF0-7474-4883-89A7-576874226A06}" dt="2024-01-20T02:12:55.535" v="30" actId="14100"/>
        <pc:sldMkLst>
          <pc:docMk/>
          <pc:sldMk cId="2295734273" sldId="272"/>
        </pc:sldMkLst>
        <pc:spChg chg="mod">
          <ac:chgData name="Reymark Escalante" userId="fae2bf91ee6731f4" providerId="LiveId" clId="{D2988CF0-7474-4883-89A7-576874226A06}" dt="2024-01-20T02:12:52.046" v="28" actId="20577"/>
          <ac:spMkLst>
            <pc:docMk/>
            <pc:sldMk cId="2295734273" sldId="272"/>
            <ac:spMk id="2" creationId="{DC8D803D-05A1-4899-8410-32C4DFBAE561}"/>
          </ac:spMkLst>
        </pc:spChg>
        <pc:spChg chg="del">
          <ac:chgData name="Reymark Escalante" userId="fae2bf91ee6731f4" providerId="LiveId" clId="{D2988CF0-7474-4883-89A7-576874226A06}" dt="2024-01-20T02:12:53.305" v="29" actId="22"/>
          <ac:spMkLst>
            <pc:docMk/>
            <pc:sldMk cId="2295734273" sldId="272"/>
            <ac:spMk id="3" creationId="{B3FFC8C9-4097-47C3-A08D-810F2F6F0C45}"/>
          </ac:spMkLst>
        </pc:spChg>
        <pc:picChg chg="add mod ord">
          <ac:chgData name="Reymark Escalante" userId="fae2bf91ee6731f4" providerId="LiveId" clId="{D2988CF0-7474-4883-89A7-576874226A06}" dt="2024-01-20T02:12:55.535" v="30" actId="14100"/>
          <ac:picMkLst>
            <pc:docMk/>
            <pc:sldMk cId="2295734273" sldId="272"/>
            <ac:picMk id="5" creationId="{22FB9EE1-ACDC-46B2-A156-C429327293D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D83B-3074-47B5-9502-C60BED8C0A7F}" type="datetimeFigureOut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841F-0134-4F44-8D82-B776C0336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15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D83B-3074-47B5-9502-C60BED8C0A7F}" type="datetimeFigureOut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841F-0134-4F44-8D82-B776C0336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03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D83B-3074-47B5-9502-C60BED8C0A7F}" type="datetimeFigureOut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841F-0134-4F44-8D82-B776C0336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1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D83B-3074-47B5-9502-C60BED8C0A7F}" type="datetimeFigureOut">
              <a:rPr lang="en-US" smtClean="0"/>
              <a:t>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841F-0134-4F44-8D82-B776C0336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51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D83B-3074-47B5-9502-C60BED8C0A7F}" type="datetimeFigureOut">
              <a:rPr lang="en-US" smtClean="0"/>
              <a:t>1/20/2024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841F-0134-4F44-8D82-B776C0336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80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D83B-3074-47B5-9502-C60BED8C0A7F}" type="datetimeFigureOut">
              <a:rPr lang="en-US" smtClean="0"/>
              <a:t>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841F-0134-4F44-8D82-B776C0336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08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D83B-3074-47B5-9502-C60BED8C0A7F}" type="datetimeFigureOut">
              <a:rPr lang="en-US" smtClean="0"/>
              <a:t>1/20/2024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841F-0134-4F44-8D82-B776C0336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2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D83B-3074-47B5-9502-C60BED8C0A7F}" type="datetimeFigureOut">
              <a:rPr lang="en-US" smtClean="0"/>
              <a:t>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841F-0134-4F44-8D82-B776C0336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683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D83B-3074-47B5-9502-C60BED8C0A7F}" type="datetimeFigureOut">
              <a:rPr lang="en-US" smtClean="0"/>
              <a:t>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841F-0134-4F44-8D82-B776C0336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191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D83B-3074-47B5-9502-C60BED8C0A7F}" type="datetimeFigureOut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841F-0134-4F44-8D82-B776C0336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815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D83B-3074-47B5-9502-C60BED8C0A7F}" type="datetimeFigureOut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841F-0134-4F44-8D82-B776C033606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0945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D83B-3074-47B5-9502-C60BED8C0A7F}" type="datetimeFigureOut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841F-0134-4F44-8D82-B776C0336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976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D83B-3074-47B5-9502-C60BED8C0A7F}" type="datetimeFigureOut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841F-0134-4F44-8D82-B776C033606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6896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D83B-3074-47B5-9502-C60BED8C0A7F}" type="datetimeFigureOut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841F-0134-4F44-8D82-B776C0336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206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D83B-3074-47B5-9502-C60BED8C0A7F}" type="datetimeFigureOut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841F-0134-4F44-8D82-B776C0336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131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D83B-3074-47B5-9502-C60BED8C0A7F}" type="datetimeFigureOut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841F-0134-4F44-8D82-B776C0336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50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4D83B-3074-47B5-9502-C60BED8C0A7F}" type="datetimeFigureOut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052841F-0134-4F44-8D82-B776C0336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086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05ED4-B7B4-4B15-A2A4-FA5005BB6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285" y="189841"/>
            <a:ext cx="7766936" cy="1096899"/>
          </a:xfrm>
        </p:spPr>
        <p:txBody>
          <a:bodyPr/>
          <a:lstStyle/>
          <a:p>
            <a:pPr algn="l"/>
            <a:r>
              <a:rPr lang="en-US" dirty="0"/>
              <a:t>REGISTRATION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D06BA8-683C-47FC-944E-C17A17E09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04" y="1383097"/>
            <a:ext cx="7019925" cy="4638675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7A72302F-8290-429C-9677-CB974CDD60AF}"/>
              </a:ext>
            </a:extLst>
          </p:cNvPr>
          <p:cNvSpPr/>
          <p:nvPr/>
        </p:nvSpPr>
        <p:spPr>
          <a:xfrm flipH="1">
            <a:off x="4613945" y="5047064"/>
            <a:ext cx="645953" cy="4278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58582F-A90F-47DF-86ED-3D569628F494}"/>
              </a:ext>
            </a:extLst>
          </p:cNvPr>
          <p:cNvSpPr txBox="1"/>
          <p:nvPr/>
        </p:nvSpPr>
        <p:spPr>
          <a:xfrm>
            <a:off x="5428423" y="5076317"/>
            <a:ext cx="300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can register Via Google</a:t>
            </a:r>
          </a:p>
        </p:txBody>
      </p:sp>
    </p:spTree>
    <p:extLst>
      <p:ext uri="{BB962C8B-B14F-4D97-AF65-F5344CB8AC3E}">
        <p14:creationId xmlns:p14="http://schemas.microsoft.com/office/powerpoint/2010/main" val="3125045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0F8A2-9EF1-42EC-9E82-704BFCFE3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16654"/>
            <a:ext cx="8596668" cy="682305"/>
          </a:xfrm>
        </p:spPr>
        <p:txBody>
          <a:bodyPr>
            <a:noAutofit/>
          </a:bodyPr>
          <a:lstStyle/>
          <a:p>
            <a:r>
              <a:rPr lang="en-US" sz="5400" dirty="0"/>
              <a:t>DASHBOARD PANEL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7127AD-E4C1-4D12-AEF6-D375C4FF14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804" y="1291905"/>
            <a:ext cx="8596312" cy="4269996"/>
          </a:xfrm>
        </p:spPr>
      </p:pic>
    </p:spTree>
    <p:extLst>
      <p:ext uri="{BB962C8B-B14F-4D97-AF65-F5344CB8AC3E}">
        <p14:creationId xmlns:p14="http://schemas.microsoft.com/office/powerpoint/2010/main" val="1469115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33F70-06E7-444F-8017-CBF3201F0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07597"/>
            <a:ext cx="8596668" cy="1320800"/>
          </a:xfrm>
        </p:spPr>
        <p:txBody>
          <a:bodyPr>
            <a:normAutofit/>
          </a:bodyPr>
          <a:lstStyle/>
          <a:p>
            <a:r>
              <a:rPr lang="en-US" sz="5400" dirty="0"/>
              <a:t>SHOP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0195B7-59E6-41C2-A9FB-E53F2008B3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415" y="1294645"/>
            <a:ext cx="8596312" cy="4268710"/>
          </a:xfrm>
        </p:spPr>
      </p:pic>
    </p:spTree>
    <p:extLst>
      <p:ext uri="{BB962C8B-B14F-4D97-AF65-F5344CB8AC3E}">
        <p14:creationId xmlns:p14="http://schemas.microsoft.com/office/powerpoint/2010/main" val="3430788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8BFDE-DB39-4109-840C-37EF12BEB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SHOP PRODUCT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BC2EF5-62AD-4370-9D87-824B669750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173" y="1409350"/>
            <a:ext cx="7692704" cy="4632675"/>
          </a:xfrm>
        </p:spPr>
      </p:pic>
    </p:spTree>
    <p:extLst>
      <p:ext uri="{BB962C8B-B14F-4D97-AF65-F5344CB8AC3E}">
        <p14:creationId xmlns:p14="http://schemas.microsoft.com/office/powerpoint/2010/main" val="4166900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36AD-C267-4157-86DA-EC7538BF0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61116C-F453-4F1D-AE61-AE3CEA059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375794"/>
            <a:ext cx="6252856" cy="4632675"/>
          </a:xfr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D7CE9168-E514-4286-A89A-5C9C79ED9148}"/>
              </a:ext>
            </a:extLst>
          </p:cNvPr>
          <p:cNvSpPr/>
          <p:nvPr/>
        </p:nvSpPr>
        <p:spPr>
          <a:xfrm flipH="1">
            <a:off x="6264664" y="2696594"/>
            <a:ext cx="696286" cy="2432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C7B1FB-8976-4057-8EF8-C7E970AA1547}"/>
              </a:ext>
            </a:extLst>
          </p:cNvPr>
          <p:cNvSpPr txBox="1"/>
          <p:nvPr/>
        </p:nvSpPr>
        <p:spPr>
          <a:xfrm>
            <a:off x="7146368" y="2495068"/>
            <a:ext cx="20441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Discount Applied </a:t>
            </a:r>
          </a:p>
          <a:p>
            <a:r>
              <a:rPr lang="en-US" dirty="0"/>
              <a:t>for selected user</a:t>
            </a:r>
          </a:p>
        </p:txBody>
      </p:sp>
    </p:spTree>
    <p:extLst>
      <p:ext uri="{BB962C8B-B14F-4D97-AF65-F5344CB8AC3E}">
        <p14:creationId xmlns:p14="http://schemas.microsoft.com/office/powerpoint/2010/main" val="434315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AD806-F002-4453-BF7B-E6732AC4D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CHECKOUT BREAKDOWN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ACD8A5-6510-4EF1-BA51-15BCA4C0CB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0222" y="1270000"/>
            <a:ext cx="5989871" cy="4719739"/>
          </a:xfr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7896A89C-2919-4075-8333-FEC5865AFE08}"/>
              </a:ext>
            </a:extLst>
          </p:cNvPr>
          <p:cNvSpPr/>
          <p:nvPr/>
        </p:nvSpPr>
        <p:spPr>
          <a:xfrm flipH="1">
            <a:off x="6127513" y="2372686"/>
            <a:ext cx="536896" cy="2181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E9693CF-789B-4474-9951-122A53326FFC}"/>
              </a:ext>
            </a:extLst>
          </p:cNvPr>
          <p:cNvSpPr/>
          <p:nvPr/>
        </p:nvSpPr>
        <p:spPr>
          <a:xfrm flipH="1">
            <a:off x="6127513" y="3041941"/>
            <a:ext cx="536896" cy="2181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D0EC8D0-4B17-460F-AFBC-850D95F9B563}"/>
              </a:ext>
            </a:extLst>
          </p:cNvPr>
          <p:cNvSpPr/>
          <p:nvPr/>
        </p:nvSpPr>
        <p:spPr>
          <a:xfrm flipH="1">
            <a:off x="6127513" y="3632898"/>
            <a:ext cx="536896" cy="2181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6B56AAC-CDCF-4CB8-A310-DF43A1AC3D47}"/>
              </a:ext>
            </a:extLst>
          </p:cNvPr>
          <p:cNvSpPr/>
          <p:nvPr/>
        </p:nvSpPr>
        <p:spPr>
          <a:xfrm flipH="1">
            <a:off x="6127513" y="4123653"/>
            <a:ext cx="536896" cy="2181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DDD0D61-0E60-4F97-84DE-D91F517DCFD1}"/>
              </a:ext>
            </a:extLst>
          </p:cNvPr>
          <p:cNvSpPr/>
          <p:nvPr/>
        </p:nvSpPr>
        <p:spPr>
          <a:xfrm flipH="1">
            <a:off x="6127513" y="4520268"/>
            <a:ext cx="536896" cy="2181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6172DF1-BFFC-4042-9ED9-FC6D108AED3C}"/>
              </a:ext>
            </a:extLst>
          </p:cNvPr>
          <p:cNvSpPr/>
          <p:nvPr/>
        </p:nvSpPr>
        <p:spPr>
          <a:xfrm flipH="1">
            <a:off x="6130404" y="5350957"/>
            <a:ext cx="536896" cy="2181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B11972-9327-42CC-AAE4-2DB67A721AA7}"/>
              </a:ext>
            </a:extLst>
          </p:cNvPr>
          <p:cNvSpPr txBox="1"/>
          <p:nvPr/>
        </p:nvSpPr>
        <p:spPr>
          <a:xfrm>
            <a:off x="6613416" y="2183680"/>
            <a:ext cx="2647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Price/Discount </a:t>
            </a:r>
          </a:p>
          <a:p>
            <a:r>
              <a:rPr lang="en-US" dirty="0"/>
              <a:t>Charge applicable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192B35-9C65-4388-AB0B-ADAC3A663C90}"/>
              </a:ext>
            </a:extLst>
          </p:cNvPr>
          <p:cNvSpPr txBox="1"/>
          <p:nvPr/>
        </p:nvSpPr>
        <p:spPr>
          <a:xfrm>
            <a:off x="6626739" y="2966332"/>
            <a:ext cx="1547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Amount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669995-FDE9-4230-85E3-AA29300DA3F9}"/>
              </a:ext>
            </a:extLst>
          </p:cNvPr>
          <p:cNvSpPr txBox="1"/>
          <p:nvPr/>
        </p:nvSpPr>
        <p:spPr>
          <a:xfrm>
            <a:off x="6664409" y="3522337"/>
            <a:ext cx="1887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Shipping applied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AFD43B-06D5-4E7C-9F39-6D35C0FB76DC}"/>
              </a:ext>
            </a:extLst>
          </p:cNvPr>
          <p:cNvSpPr txBox="1"/>
          <p:nvPr/>
        </p:nvSpPr>
        <p:spPr>
          <a:xfrm>
            <a:off x="6664409" y="4021302"/>
            <a:ext cx="347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Cash on delivery charge = 2.75%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18C76F-FC93-4470-B5F3-CABC8C6989B5}"/>
              </a:ext>
            </a:extLst>
          </p:cNvPr>
          <p:cNvSpPr txBox="1"/>
          <p:nvPr/>
        </p:nvSpPr>
        <p:spPr>
          <a:xfrm>
            <a:off x="6664409" y="4451346"/>
            <a:ext cx="332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Product Protection charge =1%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A2DC7-057D-4123-9CDB-F8AE816C4F84}"/>
              </a:ext>
            </a:extLst>
          </p:cNvPr>
          <p:cNvSpPr txBox="1"/>
          <p:nvPr/>
        </p:nvSpPr>
        <p:spPr>
          <a:xfrm>
            <a:off x="6664409" y="5261690"/>
            <a:ext cx="2611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Cash on delivery option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32D45C1-7165-4825-A75E-DB8091C76D5A}"/>
              </a:ext>
            </a:extLst>
          </p:cNvPr>
          <p:cNvCxnSpPr>
            <a:cxnSpLocks/>
            <a:stCxn id="9" idx="3"/>
          </p:cNvCxnSpPr>
          <p:nvPr/>
        </p:nvCxnSpPr>
        <p:spPr>
          <a:xfrm flipH="1" flipV="1">
            <a:off x="5813571" y="3251200"/>
            <a:ext cx="313942" cy="981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29C2409-81F9-4069-9659-CB4DB866EDB6}"/>
              </a:ext>
            </a:extLst>
          </p:cNvPr>
          <p:cNvCxnSpPr>
            <a:stCxn id="10" idx="3"/>
          </p:cNvCxnSpPr>
          <p:nvPr/>
        </p:nvCxnSpPr>
        <p:spPr>
          <a:xfrm flipH="1" flipV="1">
            <a:off x="5712903" y="3260055"/>
            <a:ext cx="414610" cy="1369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751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FC3D1-ADDE-4F28-B95D-C5907A861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PAYMENT OPTION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19DEF4-363A-4ED2-9D04-2CAADE48EA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3" y="1699193"/>
            <a:ext cx="4817455" cy="504922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56759B-98A0-4B47-B5F2-E98B274444EF}"/>
              </a:ext>
            </a:extLst>
          </p:cNvPr>
          <p:cNvSpPr txBox="1"/>
          <p:nvPr/>
        </p:nvSpPr>
        <p:spPr>
          <a:xfrm>
            <a:off x="6126760" y="3352056"/>
            <a:ext cx="23505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PayMongo</a:t>
            </a:r>
            <a:r>
              <a:rPr lang="en-US" sz="2800" dirty="0"/>
              <a:t> </a:t>
            </a:r>
            <a:r>
              <a:rPr lang="en-US" sz="2800" dirty="0" err="1"/>
              <a:t>Api</a:t>
            </a:r>
            <a:endParaRPr lang="en-US" sz="28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3E6613D-963A-4BF4-BCC0-1BE52A030F2F}"/>
              </a:ext>
            </a:extLst>
          </p:cNvPr>
          <p:cNvCxnSpPr>
            <a:cxnSpLocks/>
          </p:cNvCxnSpPr>
          <p:nvPr/>
        </p:nvCxnSpPr>
        <p:spPr>
          <a:xfrm flipH="1" flipV="1">
            <a:off x="3847751" y="3103927"/>
            <a:ext cx="2279009" cy="509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C35905-64D2-4F00-88A9-97F6FFAED7F8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3878512" y="3352056"/>
            <a:ext cx="2248248" cy="261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64E41A2-A4D6-459C-88C7-EC65E1001369}"/>
              </a:ext>
            </a:extLst>
          </p:cNvPr>
          <p:cNvCxnSpPr>
            <a:stCxn id="6" idx="1"/>
          </p:cNvCxnSpPr>
          <p:nvPr/>
        </p:nvCxnSpPr>
        <p:spPr>
          <a:xfrm flipH="1">
            <a:off x="3878512" y="3613666"/>
            <a:ext cx="2248248" cy="185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E3E15C-071E-49D4-9DC5-D42A8E134570}"/>
              </a:ext>
            </a:extLst>
          </p:cNvPr>
          <p:cNvCxnSpPr>
            <a:stCxn id="6" idx="1"/>
          </p:cNvCxnSpPr>
          <p:nvPr/>
        </p:nvCxnSpPr>
        <p:spPr>
          <a:xfrm flipH="1">
            <a:off x="3878512" y="3613666"/>
            <a:ext cx="2248248" cy="705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9FB6FE-FA84-4041-9DD4-167C37FFAA6A}"/>
              </a:ext>
            </a:extLst>
          </p:cNvPr>
          <p:cNvCxnSpPr/>
          <p:nvPr/>
        </p:nvCxnSpPr>
        <p:spPr>
          <a:xfrm flipH="1">
            <a:off x="4035105" y="3613666"/>
            <a:ext cx="1971412" cy="1218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4B0B513-951D-4218-A880-F0272C90DF35}"/>
              </a:ext>
            </a:extLst>
          </p:cNvPr>
          <p:cNvSpPr/>
          <p:nvPr/>
        </p:nvSpPr>
        <p:spPr>
          <a:xfrm flipH="1">
            <a:off x="4223857" y="4940928"/>
            <a:ext cx="796954" cy="3054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0C5C5F-1706-4F82-A967-EFABE2FAE5E2}"/>
              </a:ext>
            </a:extLst>
          </p:cNvPr>
          <p:cNvSpPr txBox="1"/>
          <p:nvPr/>
        </p:nvSpPr>
        <p:spPr>
          <a:xfrm>
            <a:off x="5034964" y="4905375"/>
            <a:ext cx="1603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Wallet Option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4532F5D-3998-4264-A58B-69A5FA1378EF}"/>
              </a:ext>
            </a:extLst>
          </p:cNvPr>
          <p:cNvSpPr/>
          <p:nvPr/>
        </p:nvSpPr>
        <p:spPr>
          <a:xfrm flipH="1">
            <a:off x="4600335" y="5470370"/>
            <a:ext cx="609228" cy="3054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E0288E-B8BD-4A94-AF16-4C77D41A3833}"/>
              </a:ext>
            </a:extLst>
          </p:cNvPr>
          <p:cNvSpPr txBox="1"/>
          <p:nvPr/>
        </p:nvSpPr>
        <p:spPr>
          <a:xfrm>
            <a:off x="5209563" y="5438445"/>
            <a:ext cx="2871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Confirmation for payment</a:t>
            </a:r>
          </a:p>
        </p:txBody>
      </p:sp>
    </p:spTree>
    <p:extLst>
      <p:ext uri="{BB962C8B-B14F-4D97-AF65-F5344CB8AC3E}">
        <p14:creationId xmlns:p14="http://schemas.microsoft.com/office/powerpoint/2010/main" val="3219782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95EAA-662C-4D35-8F6D-2B3AAFA32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PAYMONGO API CHARGE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60E460-24C4-4BCD-99D3-AB484C3538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5250" y="1270000"/>
            <a:ext cx="8596312" cy="234073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EF0845-E030-4BF7-A594-6D1A95175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50" y="3703013"/>
            <a:ext cx="8155745" cy="263766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7AEB880E-75EA-4FDE-A512-A6271306E213}"/>
              </a:ext>
            </a:extLst>
          </p:cNvPr>
          <p:cNvSpPr/>
          <p:nvPr/>
        </p:nvSpPr>
        <p:spPr>
          <a:xfrm flipH="1">
            <a:off x="4505885" y="4843618"/>
            <a:ext cx="469783" cy="2684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610B24-D4A3-44DE-9DFE-6D574D958238}"/>
              </a:ext>
            </a:extLst>
          </p:cNvPr>
          <p:cNvSpPr txBox="1"/>
          <p:nvPr/>
        </p:nvSpPr>
        <p:spPr>
          <a:xfrm>
            <a:off x="4808239" y="5112065"/>
            <a:ext cx="373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Payment charge by </a:t>
            </a:r>
            <a:r>
              <a:rPr lang="en-US" dirty="0" err="1"/>
              <a:t>Paymongo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587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8E8C3-BFDE-4BE7-B7C2-BD3EC325F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AFFILIATE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C24574-776A-4716-82CC-DE0A746035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4165" y="1409351"/>
            <a:ext cx="7237989" cy="4540396"/>
          </a:xfrm>
        </p:spPr>
      </p:pic>
    </p:spTree>
    <p:extLst>
      <p:ext uri="{BB962C8B-B14F-4D97-AF65-F5344CB8AC3E}">
        <p14:creationId xmlns:p14="http://schemas.microsoft.com/office/powerpoint/2010/main" val="2252504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A4892-C918-404B-B690-06E97BF07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WALLET OPTION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A81866-0E68-4FEF-860B-00B0DD9F4B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0103" y="1488281"/>
            <a:ext cx="7872381" cy="3881437"/>
          </a:xfrm>
        </p:spPr>
      </p:pic>
    </p:spTree>
    <p:extLst>
      <p:ext uri="{BB962C8B-B14F-4D97-AF65-F5344CB8AC3E}">
        <p14:creationId xmlns:p14="http://schemas.microsoft.com/office/powerpoint/2010/main" val="551384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BF5A7-1ADB-491E-8B61-458F223A1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673B2A-2344-4190-8916-CD85D6F068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589" y="1349652"/>
            <a:ext cx="6899947" cy="3815967"/>
          </a:xfr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4F5C43C8-970E-4539-BD0E-74327FD79BC0}"/>
              </a:ext>
            </a:extLst>
          </p:cNvPr>
          <p:cNvSpPr/>
          <p:nvPr/>
        </p:nvSpPr>
        <p:spPr>
          <a:xfrm>
            <a:off x="5630091" y="1537339"/>
            <a:ext cx="237065" cy="34394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640679-1176-46EF-8C78-9A1D474BA775}"/>
              </a:ext>
            </a:extLst>
          </p:cNvPr>
          <p:cNvSpPr txBox="1"/>
          <p:nvPr/>
        </p:nvSpPr>
        <p:spPr>
          <a:xfrm>
            <a:off x="4686473" y="1164986"/>
            <a:ext cx="2124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TRACKING RECORD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E7ABE32-9DCF-4B76-9ED1-D089C5A0CB95}"/>
              </a:ext>
            </a:extLst>
          </p:cNvPr>
          <p:cNvSpPr/>
          <p:nvPr/>
        </p:nvSpPr>
        <p:spPr>
          <a:xfrm flipH="1">
            <a:off x="6106484" y="3016890"/>
            <a:ext cx="637563" cy="2705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2D3950-FBB5-42DB-8F2C-DC21C7AE5998}"/>
              </a:ext>
            </a:extLst>
          </p:cNvPr>
          <p:cNvSpPr txBox="1"/>
          <p:nvPr/>
        </p:nvSpPr>
        <p:spPr>
          <a:xfrm>
            <a:off x="7119936" y="2934469"/>
            <a:ext cx="3059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will  Redirect to affiliate couriers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CCB4B44-CB47-49E0-80DF-17392956B078}"/>
              </a:ext>
            </a:extLst>
          </p:cNvPr>
          <p:cNvSpPr/>
          <p:nvPr/>
        </p:nvSpPr>
        <p:spPr>
          <a:xfrm flipH="1">
            <a:off x="7119937" y="4631855"/>
            <a:ext cx="562063" cy="2768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D137D09-B52A-42E7-BBCA-7386B878A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730" y="5119858"/>
            <a:ext cx="2047875" cy="1571625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A8004630-DDC3-4980-A1F2-665E0E0432EC}"/>
              </a:ext>
            </a:extLst>
          </p:cNvPr>
          <p:cNvSpPr/>
          <p:nvPr/>
        </p:nvSpPr>
        <p:spPr>
          <a:xfrm flipH="1">
            <a:off x="5748622" y="6269106"/>
            <a:ext cx="562063" cy="2768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B30EB0-EF2D-42E5-AABA-B49CC2735A73}"/>
              </a:ext>
            </a:extLst>
          </p:cNvPr>
          <p:cNvSpPr txBox="1"/>
          <p:nvPr/>
        </p:nvSpPr>
        <p:spPr>
          <a:xfrm>
            <a:off x="6266554" y="6176611"/>
            <a:ext cx="305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Cancel Request</a:t>
            </a:r>
          </a:p>
        </p:txBody>
      </p:sp>
    </p:spTree>
    <p:extLst>
      <p:ext uri="{BB962C8B-B14F-4D97-AF65-F5344CB8AC3E}">
        <p14:creationId xmlns:p14="http://schemas.microsoft.com/office/powerpoint/2010/main" val="1145564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E4088-8899-46CD-AD13-28E54C844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INVOICE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ACF59D-33EF-4E72-A91D-92AD49FD44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4583" y="1270000"/>
            <a:ext cx="3886139" cy="494635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36A315-5713-41ED-A4E7-2D7E22A99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476" y="1639332"/>
            <a:ext cx="4135771" cy="44056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555A7A-08B0-4E7E-B0FE-686D151C8E64}"/>
              </a:ext>
            </a:extLst>
          </p:cNvPr>
          <p:cNvSpPr txBox="1"/>
          <p:nvPr/>
        </p:nvSpPr>
        <p:spPr>
          <a:xfrm>
            <a:off x="5061449" y="1270000"/>
            <a:ext cx="3781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EMAIL RECEIVED BY THE CUSTOMER</a:t>
            </a:r>
          </a:p>
        </p:txBody>
      </p:sp>
    </p:spTree>
    <p:extLst>
      <p:ext uri="{BB962C8B-B14F-4D97-AF65-F5344CB8AC3E}">
        <p14:creationId xmlns:p14="http://schemas.microsoft.com/office/powerpoint/2010/main" val="1141281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CFE6F-40F2-493F-87BB-E0D2BA7E7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SHIPMENT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5669BE-5108-4D69-BFCC-F6FEF4F666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399" y="1308684"/>
            <a:ext cx="8154098" cy="4733342"/>
          </a:xfrm>
        </p:spPr>
      </p:pic>
    </p:spTree>
    <p:extLst>
      <p:ext uri="{BB962C8B-B14F-4D97-AF65-F5344CB8AC3E}">
        <p14:creationId xmlns:p14="http://schemas.microsoft.com/office/powerpoint/2010/main" val="1480628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DFB30-4581-4F87-93D4-65FD93D93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Wallet dashboard for admin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A8FAC1-BD8D-4F4D-AB36-512C2ED12D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2" y="1627463"/>
            <a:ext cx="8097021" cy="4395831"/>
          </a:xfrm>
        </p:spPr>
      </p:pic>
    </p:spTree>
    <p:extLst>
      <p:ext uri="{BB962C8B-B14F-4D97-AF65-F5344CB8AC3E}">
        <p14:creationId xmlns:p14="http://schemas.microsoft.com/office/powerpoint/2010/main" val="2584541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93382-0468-4717-8EE2-E8984F44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PAYMONGO UPDATE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EC6EA5-7CE4-4419-8898-9F8AC3B5B6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0530" y="1548191"/>
            <a:ext cx="7428740" cy="3881437"/>
          </a:xfrm>
        </p:spPr>
      </p:pic>
    </p:spTree>
    <p:extLst>
      <p:ext uri="{BB962C8B-B14F-4D97-AF65-F5344CB8AC3E}">
        <p14:creationId xmlns:p14="http://schemas.microsoft.com/office/powerpoint/2010/main" val="2604624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AC0AA-3BE8-443C-9300-BCD684453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Affilate</a:t>
            </a:r>
            <a:r>
              <a:rPr lang="en-US" dirty="0"/>
              <a:t> Admin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A40ABB-3A22-409A-9F3A-662FCA8160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690" y="1435144"/>
            <a:ext cx="8596312" cy="3492457"/>
          </a:xfrm>
        </p:spPr>
      </p:pic>
    </p:spTree>
    <p:extLst>
      <p:ext uri="{BB962C8B-B14F-4D97-AF65-F5344CB8AC3E}">
        <p14:creationId xmlns:p14="http://schemas.microsoft.com/office/powerpoint/2010/main" val="1082694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D803D-05A1-4899-8410-32C4DFBAE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Discounted Admin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FB9EE1-ACDC-46B2-A156-C429327293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1627464"/>
            <a:ext cx="8596312" cy="3772529"/>
          </a:xfrm>
        </p:spPr>
      </p:pic>
    </p:spTree>
    <p:extLst>
      <p:ext uri="{BB962C8B-B14F-4D97-AF65-F5344CB8AC3E}">
        <p14:creationId xmlns:p14="http://schemas.microsoft.com/office/powerpoint/2010/main" val="229573427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</TotalTime>
  <Words>100</Words>
  <Application>Microsoft Office PowerPoint</Application>
  <PresentationFormat>Widescreen</PresentationFormat>
  <Paragraphs>35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Trebuchet MS</vt:lpstr>
      <vt:lpstr>Wingdings 3</vt:lpstr>
      <vt:lpstr>Facet</vt:lpstr>
      <vt:lpstr>REGISTRATION</vt:lpstr>
      <vt:lpstr>DASHBOARD PANEL</vt:lpstr>
      <vt:lpstr>SHOP</vt:lpstr>
      <vt:lpstr>SINGLE SHOP PRODUCT</vt:lpstr>
      <vt:lpstr>CART</vt:lpstr>
      <vt:lpstr>CHECKOUT BREAKDOWN</vt:lpstr>
      <vt:lpstr>PAYMENT OPTION</vt:lpstr>
      <vt:lpstr>PAYMONGO API CHARGE</vt:lpstr>
      <vt:lpstr>AFFILIATE DASHBOARD</vt:lpstr>
      <vt:lpstr>WALLET OPTION</vt:lpstr>
      <vt:lpstr>ORDER TABLE</vt:lpstr>
      <vt:lpstr>PRINT INVOICE</vt:lpstr>
      <vt:lpstr>SHIPMENT TABLE</vt:lpstr>
      <vt:lpstr>Wallet dashboard for admin</vt:lpstr>
      <vt:lpstr>PAYMONGO UPDATE</vt:lpstr>
      <vt:lpstr>Affilate Admin dashboard</vt:lpstr>
      <vt:lpstr>Discounted Admin Dashboard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REGISTRATION</dc:title>
  <dc:creator>Reymark Escalante</dc:creator>
  <cp:lastModifiedBy>Reymark Escalante</cp:lastModifiedBy>
  <cp:revision>6</cp:revision>
  <dcterms:created xsi:type="dcterms:W3CDTF">2024-01-20T01:14:27Z</dcterms:created>
  <dcterms:modified xsi:type="dcterms:W3CDTF">2024-01-20T02:14:10Z</dcterms:modified>
</cp:coreProperties>
</file>